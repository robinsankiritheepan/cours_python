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RMSE vs max_depth : la courbe qui révèle tout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train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</c:v>
                </c:pt>
                <c:pt idx="1">
                  <c:v>1.4</c:v>
                </c:pt>
                <c:pt idx="2">
                  <c:v>1.28</c:v>
                </c:pt>
                <c:pt idx="3">
                  <c:v>1.15</c:v>
                </c:pt>
                <c:pt idx="4">
                  <c:v>0.81</c:v>
                </c:pt>
                <c:pt idx="5">
                  <c:v>0.5</c:v>
                </c:pt>
                <c:pt idx="6">
                  <c:v>0.3</c:v>
                </c:pt>
                <c:pt idx="7">
                  <c:v>0.1</c:v>
                </c:pt>
                <c:pt idx="8">
                  <c:v>0.07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1.39</c:v>
                </c:pt>
                <c:pt idx="1">
                  <c:v>1.32</c:v>
                </c:pt>
                <c:pt idx="2">
                  <c:v>1.17</c:v>
                </c:pt>
                <c:pt idx="3">
                  <c:v>1.24</c:v>
                </c:pt>
                <c:pt idx="4">
                  <c:v>1.21</c:v>
                </c:pt>
                <c:pt idx="5">
                  <c:v>1.28</c:v>
                </c:pt>
                <c:pt idx="6">
                  <c:v>1.31</c:v>
                </c:pt>
                <c:pt idx="7">
                  <c:v>1.45</c:v>
                </c:pt>
                <c:pt idx="8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6 · S6_P1, S6_P2 &amp; S6_P2_HOUSING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Forêts aléatoires, GridSearch &amp; SHAP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surapprentissage (courbe train/test), l'élaguer (ccp_alpha), puis le noyer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150 arbres — et expliquer chaque prédiction avec SHAP.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S6_P1 · LE SURAPPRENTISSAGE SOUS LE MICROSCOPE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mesurer le surapprentissage, puis l'élaguer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Le train plonge vers 0, le test fait un CREUX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courbes qui divergent = le surapprentissage. Meilleur max_depth = le creux du test (ici 3).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La preuve chiffrée (arbre libre)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train 0.067  vs  test 1.49 — 22× pire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niveaux, 422 feuilles ≈ une feuille par maison. Le modèle a MÉMORISÉ, il n'a pas appris.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27889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Nouvelle arme : l'élagage (ccp_alpha)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1912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cost_complexity_pruning_path : laisser l'arbre pousser puis COUPER les branches faibles. ccp_alpha règle l'agressivité — même logique de creux que max_depth.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4087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: les graphiques interactifs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37997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px.line / px.bar / px.scatter · survol, zoom, hovermode='x unified'. Et .melt() → format long pour color='split'.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S6_P2, S6_P2_HOUSING · LA SAGESSE DE LA FOULE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forêts aléatoires, GridSearch &amp; SHAP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 : N arbres qui votent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voit un échantillon ALÉATOIRE (données + features) → ils se trompent différemment. La prédiction = la MOYENNE des N arbres.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individuelles s'annulent, le signal commun reste. Une foule d'experts variés bat un seul surappreneur.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CLASSEMENT FINAL SUR HOUSING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Random Forest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32644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48456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36667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(depth optimal)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53128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4480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libre (surappris)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4471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GridSearchCV : régler sans deviner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TOUTES les combinaisons d'hyperparamètres en validation croisée → best_params_ (ici max_depth=10, n_estimators=150).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scoring='neg_root_mean_squared_error' (négatif car sklearn maximise).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(moyennée sur 150 arbres)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319125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stable qu'un arbre seul : area domine largement le prix, comme tout le cours l'annonçait.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: expliquer CHAQUE prédiction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Shapley (théorie des jeux) : pour une maison donnée, combien chaque variable a poussé le prix ↑ ou ↓. L'explicabilité individuelle.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6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train/test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plonge vers 0, test fait un CREUX (max_depth=3) · la divergence = le surapprentissage mesuré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arbres sur échantillons aléatoires, prédiction = MOYENNE · 0.93 : le champion du dataset Housing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combinaisons en validation croisée (cv=5) · best_params_ : depth 10, 150 arbres · scoring négatif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Shapley (théorie des jeux) : la contribution de CHAQUE variable à CHAQUE prédiction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grid_search.best n'existe pas → best_estimator_ · l'arbre libre : train 0.067 / test 1.49 (22× pire) · plus d'arbres ≠ toujours mieux (500 arbres ≈ 30 arbres : ça plafonne).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2026-07-14T14:38:25Z</dcterms:created>
  <dcterms:modified xsi:type="dcterms:W3CDTF">2026-07-14T14:38:25Z</dcterms:modified>
</cp:coreProperties>
</file>