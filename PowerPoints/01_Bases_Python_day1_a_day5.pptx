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NOTEBOOKS DAY1 → DAY5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Python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opérateurs, erreurs, chaînes, listes, fonctions, POO, décorateurs,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et pandas — tout le socle avant l'IA. Chaque diapo renvoie au notebook où tu pratiques.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Python en 4 briques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opérateurs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float / bool / str · le duo // et % · les comparaisons renvoient des booléens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MUTABLES (.copy() !) · tuples verrouillés · dictionnaires clé → valeur (.get, .items)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def/return · récursivité (cas de base !) · lambdas · générateurs yield · décorateurs = coque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DataFrame/Series · iloc (position) vs loc (étiquette) · filtres booléens · groupby · NaN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ne copie PAS une liste · file.close sans parenthèses ne ferme rien · elif ≠ deux if séparés · hypot(a, b) et non hypot(a²+b²) · un notebook correct passe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2026-07-14T14:38:24Z</dcterms:created>
  <dcterms:modified xsi:type="dcterms:W3CDTF">2026-07-14T14:38:24Z</dcterms:modified>
</cp:coreProperties>
</file>