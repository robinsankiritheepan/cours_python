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5 · S5_P1, S5_P1_FIFA &amp; S2_P1T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multiclasse : prédire parmi 4 postes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FIFA 2026 : 4 classes, matrice 4×4, sélection de features par l'arbre —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l'EEG qui enseigne la fuite de données temporelle (le piège du 98 %).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S2_P4 → S4 · ÉVALUER UNE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de confusion, précision &amp; rappel</a:t>
            </a:r>
            <a:endParaRPr lang="en-US" sz="27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114800" cy="15544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Réel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17A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AF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01752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31272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= RÉALITÉ · colonnes = PRÉDICTION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3504" y="341985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diagonale = les succès. Heatmap : plus c'est foncé, plus il y a de cas.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3977640"/>
            <a:ext cx="4114800" cy="777240"/>
          </a:xfrm>
          <a:prstGeom prst="roundRect">
            <a:avLst>
              <a:gd name="adj" fmla="val 7059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03504" y="408736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DEUX métriques ?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3504" y="4379976"/>
            <a:ext cx="38221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triche avec une seule : 100 % de précision en ne prédisant que les cas sûrs… mais rappel ridicule !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846320" y="118872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= VP / (VP + FP)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92624" y="159105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Quand le modèle dit survivant, a-t-il raison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 ses alertes.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2697480"/>
            <a:ext cx="3840480" cy="1371600"/>
          </a:xfrm>
          <a:prstGeom prst="roundRect">
            <a:avLst>
              <a:gd name="adj" fmla="val 4000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992624" y="28072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 = VP / (VP + FN)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992624" y="3099816"/>
            <a:ext cx="3547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Parmi les VRAIS survivants, combien retrouvés ? »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capacité à ne rien rater. F1 = compromis des deux (moyenne harmonique).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46320" y="4206240"/>
            <a:ext cx="3840480" cy="548640"/>
          </a:xfrm>
          <a:prstGeom prst="roundRect">
            <a:avLst>
              <a:gd name="adj" fmla="val 10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992624" y="4315968"/>
            <a:ext cx="3547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classification_report(y_test, y_pred) — la RÉALITÉ d'abord !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S5_P1_FIFA, S5_P1 · LES DATASETS DU JOUR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: le multiclasse — prédire parmi 4 postes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06240" cy="1463040"/>
          </a:xfrm>
          <a:prstGeom prst="roundRect">
            <a:avLst>
              <a:gd name="adj" fmla="val 4375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8770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df.select_dtypes(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'number'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toutes les colonnes numériques d'un coup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df[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'position'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].astype(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CE8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"category"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).cat.codes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Defender=0 Forward=1 Goalkeeper=2 Midfielder=3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206240" cy="960120"/>
          </a:xfrm>
          <a:prstGeom prst="roundRect">
            <a:avLst>
              <a:gd name="adj" fmla="val 5714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2944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4×4 raconte le football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236976"/>
            <a:ext cx="391363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↔ Midfielder confondus, gardiens JAMAIS pris pour des attaquants — la matrice dit QUI ressemble à QUI.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77640"/>
            <a:ext cx="4206240" cy="822960"/>
          </a:xfrm>
          <a:prstGeom prst="roundRect">
            <a:avLst>
              <a:gd name="adj" fmla="val 6667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" y="4087368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Métriques multiclasses : average= obligatoire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3504" y="4379976"/>
            <a:ext cx="3913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D645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precision_score(..., average='weighted')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…sinon ValueError 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18872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92624" y="1298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Sélection de features (le pattern pro)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92624" y="159105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L'arbre calcule feature_importances_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 garde le top 6 (contributions off./déf., créativité…)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 KNN sur 6 colonnes pertinentes → 0.89 ! Moins de dimensions = des distances qui veulent dire quelque chose.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3063240"/>
            <a:ext cx="3840480" cy="1691640"/>
          </a:xfrm>
          <a:prstGeom prst="roundRect">
            <a:avLst>
              <a:gd name="adj" fmla="val 324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31729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EEG : le piège du 98 %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92624" y="3465576"/>
            <a:ext cx="35478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k=1 à 0.98 sur les ondes cérébrales… trop beau !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temporelle + mélange aléatoire = le voisin le plus proche est la mesure d'à côté (fuite de données). Sur du temporel : découper par BLOCS de temps, jamais au hasard.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séance 5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4 classes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astype('category').cat.codes · codes ALPHABÉTIQUES : Defender=0, Forward=1, Goalkeeper=2, Midfielder=3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4×4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dit QUI est confondu avec QUI : Defender↔Midfielder se mélangent, les gardiens jamais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de features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l'arbre désigne le top 6 → le KNN grimpe à ~0.90 (k=27 trouvé par idxmax : ligne 26 = k 27 !)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average= obligatoire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'weighted' ou 'macro' pour precision/recall/F1 en multiclasse — sinon ValueError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: KNN k=1 à 0.98 = FUITE TEMPORELLE (le voisin le plus proche est la mesure d'à côté) — sur du temporel, découper par blocs de temps · l'inversion classification_report revenue sur le Naive Bayes.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&amp; IA — Le cours complet</dc:title>
  <dc:subject>PptxGenJS Presentation</dc:subject>
  <dc:creator>Cours Python &amp; IA</dc:creator>
  <cp:lastModifiedBy>Cours Python &amp; IA</cp:lastModifiedBy>
  <cp:revision>1</cp:revision>
  <dcterms:created xsi:type="dcterms:W3CDTF">2026-07-14T14:38:25Z</dcterms:created>
  <dcterms:modified xsi:type="dcterms:W3CDTF">2026-07-14T14:38:25Z</dcterms:modified>
</cp:coreProperties>
</file>