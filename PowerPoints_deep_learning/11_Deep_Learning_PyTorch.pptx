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200 epochs sur un réseau de 13 paramètres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Temps (ms)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CPU
(noyau global)</c:v>
                  </c:pt>
                  <c:pt idx="1">
                    <c:v>CPU
(noyau ROCm)</c:v>
                  </c:pt>
                  <c:pt idx="2">
                    <c:v>GPU
(Radeon 880M)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</c:v>
                </c:pt>
                <c:pt idx="1">
                  <c:v>72</c:v>
                </c:pt>
                <c:pt idx="2">
                  <c:v>478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COURS_IA/DEEP_LEARNING — S9_P2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PyTorch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les modèles tout faits : tu construis le réseau brique par brique et tu écris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boucle d'entraînement. Tenseurs, autograd, nn.Module — et la vérité sur le GPU.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: tenseurs, autograd &amp; la boucle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48840"/>
          </a:xfrm>
          <a:prstGeom prst="roundRect">
            <a:avLst>
              <a:gd name="adj" fmla="val 297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5 LIGNES SACREES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model(batch_x)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forward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loss_fn(pred, batch_y)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l'erreur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RESET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les derivees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ajuster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301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zero_grad() est OBLIGATOIRE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2277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ACCUMULE les gradients par défaut. Si tu l'oublies, les dérivées de tous les tours s'additionnent → l'entraînement part en vrille. L'oubli n°1 des débutants.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 : le cœur de tout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torch.tensor(2.0, requires_grad=True)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x**2 + 3*x + 1  ;  y.backward()  →  x.grad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2x+3, en x=2 → 7. PyTorch affiche 7.0 ✅ La rétropropagation, gratuitement. C'est ce qui rend le deep learning praticable (des milliards de paramètres à dériver).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activation, pas de deep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4655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Empiler 2 couches linéaires reste LINÉAIRE. La ReLU introduit la non-linéarité — c'est elle qui permet d'apprendre des relations complexes.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: rien ne part sur le GPU tout seul — modèle ET données au même endroit 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BENCHMARKS MESURÉS SUR TA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GPU : quand il sert… et quand il RALENTIT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GPU est 4 à 7× PLUS LENT ici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 n'est PAS un bug : envoyer les données vers la carte coûte plus cher que le calcul lui-même sur un modèle jouet.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GPU gagne vraiment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multiplication de matrices 4096×4096 : ×3,6 plus rapide que le CPU.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gagne sur les CNN (images), les transformers, les batchs ≥ 32. Un poids lourd est inutile pour livrer une lettre.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sur AMD : l'API garde le nom « cuda »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3284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2.9.1+rocm — ROCm imite l'API NVIDIA, donc ton code reste identique à un tuto CUDA.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règle à retenir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est un RÉFLEXE pour la suite, pas une optimisation pour aujourd'hui. Un modèle jouet reste sur CPU.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Deep Learning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Tenseur &amp; device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NumPy mais GPU-compatible · .to(device) : rien ne part tout seul, modèle ET données au même endroit · .shape = ton debug n°1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Autograd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+ .backward() → les dérivées automatiquement (vérifié : dy/dx = 7 et 256) · c'est ce qui rend le DL praticable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déclare les couches, forward décrit le chemin · sans activation (ReLU), empiler des couches linéaires reste LINÉAIRE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zero_grad → backward → step · zero_grad OBLIGATOIRE (PyTorch accumule les gradients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13 paramètres le GPU est 4 à 7× PLUS LENT (478 ms vs 111 ms) — le transfert coûte plus que le calcul · !pip install torch casserait la version ROCm · une 2e classe du même nom écrase la 1re silencieusement.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2026-07-16T15:40:44Z</dcterms:created>
  <dcterms:modified xsi:type="dcterms:W3CDTF">2026-07-16T15:40:44Z</dcterms:modified>
</cp:coreProperties>
</file>