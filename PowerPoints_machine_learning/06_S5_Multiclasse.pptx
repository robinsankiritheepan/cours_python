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S5_P1, S5_P1_FIFA &amp; S2_P1T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multiclasse : prédire parmi 4 postes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2026 : 4 classes, matrice 4×4, sélection de features par l'arbre 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l'EEG qui enseigne la fuite de données temporelle (le piège du 98 %).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5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4 classes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astype('category').cat.codes · codes ALPHABÉTIQUES : Defender=0, Forward=1, Goalkeeper=2, Midfielder=3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dit QUI est confondu avec QUI : Defender↔Midfielder se mélangent, les gardiens jamais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features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désigne le top 6 → le KNN grimpe à ~0.90 (k=27 trouvé par idxmax : ligne 26 = k 27 !)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average= obligatoire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'weighted' ou 'macro' pour precision/recall/F1 en multiclasse — sinon ValueError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: KNN k=1 à 0.98 = FUITE TEMPORELLE (le voisin le plus proche est la mesure d'à côté) — sur du temporel, découper par blocs de temps · l'inversion classification_report revenue sur le Naive Bayes.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2026-07-16T15:40:43Z</dcterms:created>
  <dcterms:modified xsi:type="dcterms:W3CDTF">2026-07-16T15:40:43Z</dcterms:modified>
</cp:coreProperties>
</file>