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S8_P1, S8_P2, S8_P4 &amp; COMPARAISONS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clustering : apprendre SANS étiquettes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et DBSCAN découvrent des groupes tout seuls ; le coude et la silhouette choisissent k 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et t-SNE projettent les données en 2D pour les VOIR.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L'APPRENTISSAGE NON SUPERVISÉ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le clustering — découvrir des groupes sans étiquettes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monde : plus de y 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des données SANS réponses, et l'algorithme découvre tout seul des groupes (clusters) de points similaires. Segmentation clients, anomalies…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: par CENTRES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296265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centres → chaque point rejoint le plus proche → les centres bougent → répète. Il faut choisir k, et il ne fait que des clusters RONDS.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: par DENSITÉ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15137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k à choisir ! Regroupe les points denses (eps, min_samples), marque les isolés comme BRUIT (−1), gère les formes quelconques.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Le match des « moons » (S8_P2/P3)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croissants entrelacés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les coupe de travers ❌ (blocs ronds) · DBSCAN épouse leur forme ✅ (densité)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leçon centrale : choisir l'algo selon la FORME des données.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 : coude &amp; silhouette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23697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(SSE) chute puis se stabilise → k au coude. Silhouette (−1 à 1) : on prend le k qui la MAXIMISE. Iris → k=3.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en 2D : PCA &amp; t-SNE (S8_P4)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: projection linéaire (95.8 % de variance gardée sur Iris !) · t-SNE : voisinages locaux, visualisation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8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vs DBSCAN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(k imposé, clusters ronds) vs densité (k auto, formes libres, bruit −1) · sur les moons : KMeans ❌, DBSCAN ✅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se stabilise · silhouette : maximiser le score (−1 à 1) · Iris → k=3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linéaire 4D→2D · components_ = la recette des axes · TOUJOURS vérifier explained_variance_ratio_ (95.8 % sur Iris)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les voisinages locaux (non-linéaire) · perplexity · visualisation UNIQUEMENT — distances inter-clusters sans signification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numéros de cluster sont ARBITRAIRES (la matrice de confusion peut n'être qu'un échange d'étiquettes) · DBSCAN très sensible à eps (0.1 → 4 clusters fragmentés, 0.16 → 2 croissants propres) · standardiser AVANT tout calcul de distance.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2026-07-16T15:40:44Z</dcterms:created>
  <dcterms:modified xsi:type="dcterms:W3CDTF">2026-07-16T15:40:44Z</dcterms:modified>
</cp:coreProperties>
</file>