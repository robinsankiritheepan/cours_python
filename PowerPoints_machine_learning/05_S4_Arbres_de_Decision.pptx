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 · NOTEBOOKS S4_P1 → S4_P5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des 20 questions version ML : impureté de Gini, profondeur, importance des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frontière de décision — et le KNN version régression (la vallée du meilleur k).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4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de décision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binaires qui minimisent le Gini · lisible (des règles !) · surapprend sans max_depth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en 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= MOYENNE des k voisins · la « vallée » RMSE-vs-k → meilleur k = 3 (S4_P1)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admis : 3 % → 90 % ! · le curseur précision/rappel est un choix MÉTIER, pas mathématique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Importances &amp; frontière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domine (0.475) · application_id à 0.09 = signal d'alarme · frontières RECTANGULAIRES (1 question = 1 coupe)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idxmin()/idxmax() renvoient l'INDICE de ligne, pas la valeur de k (ligne 2 = k 3 !) · l'accuracy qui monte peut cacher un rappel qui s'effondre (max_depth=5 : 0.87 d'accuracy mais 16 % de rappel).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2026-07-16T15:40:43Z</dcterms:created>
  <dcterms:modified xsi:type="dcterms:W3CDTF">2026-07-16T15:40:43Z</dcterms:modified>
</cp:coreProperties>
</file>