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COURS_IA/DEEP_LEARNING — S9_P4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complet : Lightning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projet de bout en bout : données → split → scaler → Dataset → MLP → Trainer →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→ évaluation. Le squelette de TOUT projet de deep learning.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S9_P4 · DEEP_LEARNING/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squelette : 10 étapes, toujours les mêmes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46320" cy="3611880"/>
          </a:xfrm>
          <a:prstGeom prst="roundRect">
            <a:avLst>
              <a:gd name="adj" fmla="val 177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51713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donnees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connaitre la verite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split  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AVANT tout le reste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scaler 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 sur le TRAIN seul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tenseurs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float32, (n, features)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Dataset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__len__ / __getitem__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DataLoader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shuffle T / F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 LightningModule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RETURN LOSS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 Trainer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objet neuf / run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 courbes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vs val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evaluer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 + no_grad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188720"/>
            <a:ext cx="3236976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32704" y="129844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les données, pas la structure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32704" y="1591056"/>
            <a:ext cx="29443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squelette ne bouge jamais. Que tu fasses de la régression sur 1200 points ou de la vision sur 1 million d'images, ce sont les mêmes 10 étapes.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ça que tu dois mémoriser.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2926080"/>
            <a:ext cx="3236976" cy="1874520"/>
          </a:xfrm>
          <a:prstGeom prst="roundRect">
            <a:avLst>
              <a:gd name="adj" fmla="val 292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32704" y="30358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Les 2 bugs du P3 corrigés ici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32704" y="3328416"/>
            <a:ext cx="29443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training_step  →  return loss ✅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configure_opt  →  self.parameters() ✅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fait que CE notebook apprend vraiment, alors que celui du P3 restait plat. Compare les deux cellules : c'est la meilleure façon de retenir.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S9_P4 · ÉTAPES 1-3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Fabriquer, séparer, normaliser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60520" cy="1371600"/>
          </a:xfrm>
          <a:prstGeom prst="roundRect">
            <a:avLst>
              <a:gd name="adj" fmla="val 466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31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np.sin(x1) + 0.5*(x2**2) + noise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^ondule      ^parabole  ^0.15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2 non-linearites : un plan ne peut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PAS epouser ca -&gt; il faut des ReLU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85292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fabriquer ses données 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145536"/>
            <a:ext cx="3867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tu connais LA VÉRITÉ. Si ça rate, c'est le modèle — jamais les données. Sur un vrai dataset, tu ne peux pas trancher.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4164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Le plancher de bruit = 0,15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34256"/>
            <a:ext cx="3867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modèle, même parfait, ne peut faire mieux. Garde ce chiffre : c'est l'étalon de ton RMSE final.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188720"/>
            <a:ext cx="3922776" cy="1371600"/>
          </a:xfrm>
          <a:prstGeom prst="roundRect">
            <a:avLst>
              <a:gd name="adj" fmla="val 466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286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0566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1846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9" name="Text 17"/>
          <p:cNvSpPr/>
          <p:nvPr/>
        </p:nvSpPr>
        <p:spPr>
          <a:xfrm>
            <a:off x="4965192" y="1463040"/>
            <a:ext cx="3593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x_scaler.fit_transform(X_train)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A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OK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x_scaler.fit_transform(X_val)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BUG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x_scaler.transform(X_val) 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A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&lt;- ca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3922776" cy="2057400"/>
          </a:xfrm>
          <a:prstGeom prst="roundRect">
            <a:avLst>
              <a:gd name="adj" fmla="val 266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46904" y="285292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fit_transform sur la validation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46904" y="3145536"/>
            <a:ext cx="363016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  →  CALCULE μ et σ sur ces données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     →  réutilise ceux du train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dégâts : (1) fuite de données — ton preprocessing a « regardé » la validation, ce que tu n'auras jamais en production ; (2) le modèle apprend dans un repère et est évalué dans un autre.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: fit sur le TRAIN uniquement, transform partout ailleurs.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S9_P4 · ÉTAPE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MLP : 1 185 paramètres, et pas de ReLU à la fin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60520" cy="1691640"/>
          </a:xfrm>
          <a:prstGeom prst="roundRect">
            <a:avLst>
              <a:gd name="adj" fmla="val 3784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313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nn.Sequential(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nn.Linear(2, 32),  nn.ReLU(),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nn.Linear(32, 32), nn.ReLU(),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nn.Linear(32, 1))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&lt;- nue 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16052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1729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des paramètres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465576"/>
            <a:ext cx="38679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Linear(2, 32)   →  2×32 + 32  =    96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Linear(32, 32)  →  32×32 + 32 =  1056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Linear(32, 1)   →  32×1 + 1   =    33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17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1185  ≈ 1.2 K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« 1.2 K » du tableau de Lightning.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3922776" cy="1783080"/>
          </a:xfrm>
          <a:prstGeom prst="roundRect">
            <a:avLst>
              <a:gd name="adj" fmla="val 307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46904" y="129844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Pourquoi la dernière couche est nue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46904" y="1591056"/>
            <a:ext cx="36301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c'est une RÉGRESSION. La ReLU écrase les négatifs à zéro — ton modèle serait incapable de prédire une valeur négative, alors que ton sinus descend sous zéro.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dernière couche dépend du PROBLÈME, pas du réseau : sigmoïde (binaire), softmax (multiclasse), nue (régression).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3154680"/>
            <a:ext cx="3922776" cy="1645920"/>
          </a:xfrm>
          <a:prstGeom prst="roundRect">
            <a:avLst>
              <a:gd name="adj" fmla="val 333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46904" y="326440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Le piège des formes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46904" y="3557016"/>
            <a:ext cx="36301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du Dataset : (1,)   ·   forward : (1,)  ✅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l'un devient (32,) et l'autre (32,1), PyTorch NE PLANTE PAS : il broadcaste en (32,32) et ta loss est silencieusement fausse. Tu n'as qu'un UserWarning discret. Ne l'ignore jamais.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S9_P4 · ÉTAPE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courbes — et LE bug du notebook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1234440"/>
          </a:xfrm>
          <a:prstGeom prst="roundRect">
            <a:avLst>
              <a:gd name="adj" fmla="val 518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2428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trainer.fit(model,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train_dataloaders=train_loader,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val_dataloaders=train_loader)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^^^^^^^^^^^^ val_loader !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572000" cy="2194560"/>
          </a:xfrm>
          <a:prstGeom prst="roundRect">
            <a:avLst>
              <a:gd name="adj" fmla="val 25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71576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Tu valides sur tes données d'entraînement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008376"/>
            <a:ext cx="427939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créé un val_loader propre… et tu passes train_loader deux fois.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val_loss n'est qu'une COPIE de ta train_loss. Or la validation ne sert qu'à une chose : repérer le moment où le modèle arrête de généraliser et commence à mémoriser.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4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construit ton détecteur d'incendie et tu l'as branché sur la mauvaise pièce. Plus tu montes max_epochs, plus ça compte.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188720"/>
            <a:ext cx="3511296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58384" y="1298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↓ collées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58384" y="159105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ça apprend bien — tu peux entraîner plus longtemps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2103120"/>
            <a:ext cx="3511296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22128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↓ , val ↑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58384" y="250545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SURAPPRENTISSAGE — le croisement = le moment où il fallait s'arrêter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3017520"/>
            <a:ext cx="3511296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58384" y="31272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plates et hautes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58384" y="341985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ça n'apprend pas — lr trop petit, ou un bug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12080" y="3931920"/>
            <a:ext cx="3511296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58384" y="40416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dents de scie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58384" y="433425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lr trop grand — divise-le par 10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S9_P4 · ÉTAPE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— et l'ordre des arguments qui compte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43400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0142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model.eval()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torch.no_grad():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model(X_val_tensor)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y_scaler.inverse_transform(pred)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^ revenir dans le monde reel !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343400" cy="1965960"/>
          </a:xfrm>
          <a:prstGeom prst="roundRect">
            <a:avLst>
              <a:gd name="adj" fmla="val 279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9443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réflexes obligatoires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236976"/>
            <a:ext cx="405079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     → Dropout / BatchNorm en mode prédiction. Ton MLP n'en a pas, donc ça ne change rien ICI — écris-le quand même.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no_grad()   → tu ne vas pas dériver : moins de mémoire, plus vite.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inverse_transform → sinon tu compares un y normalisé à un y réel : métriques absurdes, et rien ne plante.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3480" y="1188720"/>
            <a:ext cx="3739896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1149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23951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36752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148072" y="1463040"/>
            <a:ext cx="3410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r2_score(val_prediction, y_val)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^^^^^^^^^^^^^^ inverses !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r2_score(y_val, val_prediction)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A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^ la verite D'ABORD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983480" y="2834640"/>
            <a:ext cx="3739896" cy="1965960"/>
          </a:xfrm>
          <a:prstGeom prst="roundRect">
            <a:avLst>
              <a:gd name="adj" fmla="val 2791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9784" y="294436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R² n'est PAS symétrique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9784" y="3236976"/>
            <a:ext cx="344728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1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et RMSE le sont : |a−b| = |b−a|. Tes deux cellules sont inversées aussi… et donnent le bon résultat.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1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divise par la variance du 1er argument. Inverse-les, et tu divises par celle de tes prédictions au lieu de celle de la vérité.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Mesuré :  correct → 0.8233   ·   inversé → 0.7735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1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sklearn : TOUJOURS (y_true, y_pred).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S9_P4 · MESURÉ SUR TA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ton GPU est PLUS LENT que ton CPU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0,048 s / epoch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07568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Radeon 880M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" y="2368296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0,127 s / epoch  →  2,6× plus LENT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60520" cy="1965960"/>
          </a:xfrm>
          <a:prstGeom prst="roundRect">
            <a:avLst>
              <a:gd name="adj" fmla="val 279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9443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Le calcul qui explique tout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3236976"/>
            <a:ext cx="38679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batch = ~220 000 FLOPs. Un T4 débite 8,1 TFLOPS.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27 NANOsecondes de calcul réel.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chaque appel au GPU coûte ~5 µs (lancement de kernel), et ton batch en déclenche ~30.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150 µs de paperasse pour 0,027 µs de calcul : ~5 000× d'overhead. Le GPU calcule 0,02 % du temps. Le reste, il attend.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3922776" cy="1783080"/>
          </a:xfrm>
          <a:prstGeom prst="roundRect">
            <a:avLst>
              <a:gd name="adj" fmla="val 307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46904" y="129844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sur Colab, c'est pire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46904" y="1591056"/>
            <a:ext cx="36301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faible → un runtime T4 gratuit donne 2 vCPU d'un vieux Xeon. Or TOUT le temps part côté CPU (Python, DataLoader, lancement des kernels).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→ ton 880M est INTÉGRÉ (il partage la RAM, transfert quasi gratuit). Le T4 est au bout d'un bus.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→ chaque ligne de log traverse Internet jusqu'à VS Code.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154680"/>
            <a:ext cx="3922776" cy="1645920"/>
          </a:xfrm>
          <a:prstGeom prst="roundRect">
            <a:avLst>
              <a:gd name="adj" fmla="val 333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46904" y="326440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La règle à retenir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46904" y="3557016"/>
            <a:ext cx="36301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GPU ne va pas VITE, il va LARGE.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2 560 cœurs n'ont d'intérêt que si tu leur donnes des milliers de choses à faire EN MÊME TEMPS. Avec 1,2 K paramètres, tu en occupes 1 sur 2 560 — et tu paies le péage à chaque batch.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gagne sur : gros batches, gros modèles, convolutions.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S9_P4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en 10 étapes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→ split → scaler → tenseurs → Dataset → DataLoader → LightningModule → Trainer → courbes → évaluation · change les données, pas la structure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sur le TRAIN seulement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 calcule μ/σ · transform les réutilise · fit_transform sur la validation = fuite de données + deux échelles différentes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courbes train vs val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croisement (train ↓ pendant que val ↑) = le surapprentissage · c'est le seul diagnostic qui compte, et il exige un VRAI jeu de 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(y_true, y_pred), toujours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et RMSE sont symétriques et pardonnent · R² non : 0.8233 vs 0.7735 en inversant · prends l'habitude même quand ça pardonne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val_dataloaders=train_loader → tes 2 courbes sont la MÊME courbe, le graphe ne sert à rien · r2_score(pred, true) → R² faux · fit_transform(X_val) → fuite de données · version_2 en dur → tu traces un ancien run (utilise logger.log_dir) · sur 1,2 K params le GPU est 2,6× plus LENT que le CPU.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S9_P4 — Le pipeline complet : Lightning</dc:title>
  <dc:subject>PptxGenJS Presentation</dc:subject>
  <dc:creator>Cours Python &amp; IA</dc:creator>
  <cp:lastModifiedBy>Cours Python &amp; IA</cp:lastModifiedBy>
  <cp:revision>1</cp:revision>
  <dcterms:created xsi:type="dcterms:W3CDTF">2026-07-17T11:48:10Z</dcterms:created>
  <dcterms:modified xsi:type="dcterms:W3CDTF">2026-07-17T11:48:10Z</dcterms:modified>
</cp:coreProperties>
</file>