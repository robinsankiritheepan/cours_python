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· COURS_IA/DEEP_LEARNING — S9_P3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: les fondamentaux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tenseur, le device, l'autograd, nn.Module, le DataLoader, et la boucle d'entraînement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écrite à la main. Puis Lightning, qui l'écrit pour toi. Tout le reste en dépend.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S9_P3 · DEEP_LEARNING/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L'escalier : 7 étages, chacun sert au suivant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Le tenseur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3504" y="1572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donnée de base · .shape = ton debug n°1 (90 % des erreurs PyTorch sont des dimensions)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70432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80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 device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28032" y="157276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torch.device('cuda' if available else 'cpu') · sur ton Radeon, cuda = True (ROCm réutilise les noms NVIDIA)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066544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⭐ L'autograd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" y="2468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requires_grad + .backward() → les dérivées gratuitement · LA raison d'être de PyTorch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066544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1762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nn.Module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28032" y="24688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déclare, forward enchaîne · sans ReLU, empiler des couches reste LINÉAIRE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962656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072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Dataset / DataLoader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" y="3364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__len__ + __getitem__ avec RETURN · shuffle=True en train, False en val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81728" y="2962656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28032" y="30723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⭐ La boucle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28032" y="3364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→ loss → zero_grad → backward → step · le moteur de tout le deep learning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858768"/>
            <a:ext cx="4041648" cy="804672"/>
          </a:xfrm>
          <a:prstGeom prst="roundRect">
            <a:avLst>
              <a:gd name="adj" fmla="val 6818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" y="3968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Lightning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03504" y="426110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88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même boucle, écrite pour toi · tu ne fournis que ce qui est propre à ton problème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4297680"/>
            <a:ext cx="8266176" cy="502920"/>
          </a:xfrm>
          <a:prstGeom prst="roundRect">
            <a:avLst>
              <a:gd name="adj" fmla="val 1090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" y="4407408"/>
            <a:ext cx="7973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étages 3 et 6 sont ceux qui comptent vraiment. Le reste est de la plomberie.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S9_P3 · ÉTAGE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L'autograd : le cœur du deep learning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297680" cy="1920240"/>
          </a:xfrm>
          <a:prstGeom prst="roundRect">
            <a:avLst>
              <a:gd name="adj" fmla="val 3333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396849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torch.tensor(2.0, requires_grad=True)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^ surveille-le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x**2 + 3*x + 1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y.backward()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remonte le graphe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x.grad.item()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8AE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7.0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4297680" cy="1508760"/>
          </a:xfrm>
          <a:prstGeom prst="roundRect">
            <a:avLst>
              <a:gd name="adj" fmla="val 3636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401568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Vérifions à la main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694176"/>
            <a:ext cx="4005072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x² + 3x + 1   →   dy/dx = 2x + 3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x = 2 :  2(2) + 3 = 7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affiche 7.0 ✅ — et il n'a JAMAIS vu la formule de la dérivée. Il l'a reconstruite depuis le graphe des opérations.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188720"/>
            <a:ext cx="3785616" cy="1920240"/>
          </a:xfrm>
          <a:prstGeom prst="roundRect">
            <a:avLst>
              <a:gd name="adj" fmla="val 2857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84064" y="129844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c'est LA fonctionnalité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084064" y="1591056"/>
            <a:ext cx="349300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8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= trouver les poids qui minimisent l'erreur. Pour savoir dans quel sens pousser chaque poids, il faut sa dérivée. Un vrai réseau en a des millions.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8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dériver à la main est impossible. L'autograd est ce qui rend le deep learning praticable — sans lui, rien de tout ça n'existerait.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3291840"/>
            <a:ext cx="3785616" cy="1508760"/>
          </a:xfrm>
          <a:prstGeom prst="roundRect">
            <a:avLst>
              <a:gd name="adj" fmla="val 3636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84064" y="3401568"/>
            <a:ext cx="3493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vs torch : la vraie différence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084064" y="3694176"/>
            <a:ext cx="349300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vectorisé  →  NumPy ✅   torch ✅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Tourne sur GPU     →  NumPy ❌   torch ✅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b="1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Dérive tout seul   →  NumPy ❌   torch ✅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 la 3e ligne compte vraiment.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1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S9_P3 · ÉTAGE 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boucle d'entraînement, à la main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0" cy="1828800"/>
          </a:xfrm>
          <a:prstGeom prst="roundRect">
            <a:avLst>
              <a:gd name="adj" fmla="val 3500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242816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model(batch_x)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FORWARD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 = loss_fn(pred, batch_y)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2. LOSS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optimizer.zero_grad()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RAZ !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loss.backward() 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BACKWARD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optimizer.step()          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7C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STEP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4572000" cy="1600200"/>
          </a:xfrm>
          <a:prstGeom prst="roundRect">
            <a:avLst>
              <a:gd name="adj" fmla="val 3429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310128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La descente de gradient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602736"/>
            <a:ext cx="4279392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 ←  w  −  lr × (∂L/∂w)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gradient pointe vers la MONTÉE de l'erreur. On part donc dans le sens opposé (le signe −), d'un pas proportionnel au learning rate.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5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trop grand → ça explose. Trop petit → tu n'arrives jamais. L'hyperparamètre n°1.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1188720"/>
            <a:ext cx="3511296" cy="2331720"/>
          </a:xfrm>
          <a:prstGeom prst="roundRect">
            <a:avLst>
              <a:gd name="adj" fmla="val 235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58384" y="12984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Si tu en oublies une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58384" y="1591056"/>
            <a:ext cx="3218688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zero_grad  →  les gradients s'ADDITIONNENT d'un tour à l'autre → n'importe quoi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  →  rien à corriger, les .grad restent vides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      →  les poids ne bougent JAMAIS · la perte reste parfaitement plate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accumule les gradients par défaut : c'est voulu, et c'est pour ça que zero_grad() existe.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0" y="3703320"/>
            <a:ext cx="3511296" cy="1097280"/>
          </a:xfrm>
          <a:prstGeom prst="roundRect">
            <a:avLst>
              <a:gd name="adj" fmla="val 5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58384" y="38130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Données non normalisées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58384" y="4105656"/>
            <a:ext cx="32186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TinyDataset2 a des x jusqu'à 100 → gradients énormes → l'entraînement part en vrille. Le DL ne dispense PAS de préparer les données (le P4 met un StandardScaler).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S9_P3 · ÉTAGE 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— et les 2 bugs qui se cachent l'un l'autre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572000" cy="2057400"/>
          </a:xfrm>
          <a:prstGeom prst="roundRect">
            <a:avLst>
              <a:gd name="adj" fmla="val 3111"/>
            </a:avLst>
          </a:prstGeom>
          <a:solidFill>
            <a:srgbClr val="141E3C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85216" y="1307592"/>
            <a:ext cx="64008" cy="64008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307592"/>
            <a:ext cx="64008" cy="64008"/>
          </a:xfrm>
          <a:prstGeom prst="ellipse">
            <a:avLst/>
          </a:prstGeom>
          <a:solidFill>
            <a:srgbClr val="F2B233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307592"/>
            <a:ext cx="64008" cy="64008"/>
          </a:xfrm>
          <a:prstGeom prst="ellipse">
            <a:avLst/>
          </a:prstGeom>
          <a:solidFill>
            <a:srgbClr val="5BBB63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463040"/>
            <a:ext cx="4242816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training_step(self, batch, batch_idx):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self.loss_fn(self(x), y)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self.log("train_loss", loss)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&lt;- il MANQUE : return loss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configure_optimizers(self):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DC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SGD(pure_model.parameters())</a:t>
            </a:r>
            <a:endParaRPr lang="en-US" sz="9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FF9B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# ^ devrait etre self.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4572000" cy="1371600"/>
          </a:xfrm>
          <a:prstGeom prst="roundRect">
            <a:avLst>
              <a:gd name="adj" fmla="val 4000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03504" y="3538728"/>
            <a:ext cx="4279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Symptôme : une perte parfaitement plate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03504" y="3831336"/>
            <a:ext cx="427939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5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return loss, Lightning n'a AUCUNE loss à propager : pas de backward, pas de step, les poids ne bougent jamais. Ça tourne, ça affiche une barre… et ça n'apprend rien.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8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Lightning prévient : `training_step` returned `None`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1188720"/>
            <a:ext cx="3511296" cy="1828800"/>
          </a:xfrm>
          <a:prstGeom prst="roundRect">
            <a:avLst>
              <a:gd name="adj" fmla="val 3000"/>
            </a:avLst>
          </a:prstGeom>
          <a:solidFill>
            <a:srgbClr val="E9FAF5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358384" y="129844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Lightning écrit pour toi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58384" y="1591056"/>
            <a:ext cx="3218688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training_step      →  zero_grad, backward, step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validation_step    →  no_grad(), mode eval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accelerator='auto' →  place modèle ET données sur le bon device (fini les .to(device))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i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ne fournis que ce qui est propre à TON problème.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12080" y="3154680"/>
            <a:ext cx="3511296" cy="1645920"/>
          </a:xfrm>
          <a:prstGeom prst="roundRect">
            <a:avLst>
              <a:gd name="adj" fmla="val 3333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58384" y="3264408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 Trainer est à usage unique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358384" y="3557016"/>
            <a:ext cx="32186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93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garde son compteur d'epochs. Une fois max_epochs atteint, rappeler .fit() sur le MÊME objet ne fait RIEN : sortie en 0.0s, pas de barre de progression.</a:t>
            </a:r>
            <a:endParaRPr lang="en-US" sz="105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30" b="1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réexécute la cellule qui CRÉE le Trainer, pas seulement le .fit().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S9_P3 en 4 idées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03504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tenseur &amp; .shape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03504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NumPy, mais GPU-compatible et dérivable · print(x.shape) partout : 90 % des erreurs PyTorch sont des dimensions qui ne collent pas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81728" y="1188720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28032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L'autograd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828032" y="159105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requires_grad + .backward() → x.grad · vérifié à la main : dy/dx = 7 et 256 · PyTorch n'a jamais vu la formule, il l'a reconstruite depuis le graphe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La boucle en 5 lignes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03504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→ loss → zero_grad → backward → step · Lightning les écrit pour toi, mais le jour où ça n'apprend pas, c'est LÀ que tu iras chercher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81728" y="2395728"/>
            <a:ext cx="4041648" cy="1078992"/>
          </a:xfrm>
          <a:prstGeom prst="roundRect">
            <a:avLst>
              <a:gd name="adj" fmla="val 5085"/>
            </a:avLst>
          </a:prstGeom>
          <a:solidFill>
            <a:srgbClr val="EEF4FE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28032" y="25054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nn.Module &amp; ReLU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28032" y="279806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déclare, forward enchaîne · sans ReLU, W2(W1x+b1)+b2 se développe en W'x+b' : une seule couche linéaire, une régression de S1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602736"/>
            <a:ext cx="8229600" cy="960120"/>
          </a:xfrm>
          <a:prstGeom prst="roundRect">
            <a:avLst>
              <a:gd name="adj" fmla="val 5714"/>
            </a:avLst>
          </a:prstGeom>
          <a:solidFill>
            <a:srgbClr val="FFF6DD"/>
          </a:solidFill>
          <a:ln/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03504" y="3712464"/>
            <a:ext cx="7936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Les pièges de la séance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03504" y="4005072"/>
            <a:ext cx="793699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dirty="0">
                <a:solidFill>
                  <a:srgbClr val="2A3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parfaitement plate → training_step sans return loss · plate malgré le return → configure_optimizers sur les mauvais .parameters() · fit en 0.0s → Trainer déjà épuisé, recrée-le · batch_x vaut 0,1,2… → enumerate(loader) sans les parenthèses · perte qui explose → données non normalisées (x jusqu'à 100).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S9_P3 — PyTorch : les fondamentaux</dc:title>
  <dc:subject>PptxGenJS Presentation</dc:subject>
  <dc:creator>Cours Python &amp; IA</dc:creator>
  <cp:lastModifiedBy>Cours Python &amp; IA</cp:lastModifiedBy>
  <cp:revision>1</cp:revision>
  <dcterms:created xsi:type="dcterms:W3CDTF">2026-07-17T11:46:24Z</dcterms:created>
  <dcterms:modified xsi:type="dcterms:W3CDTF">2026-07-17T11:46:24Z</dcterms:modified>
</cp:coreProperties>
</file>