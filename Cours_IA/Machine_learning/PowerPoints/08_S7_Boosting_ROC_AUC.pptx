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ROC : détections (TPR) vs fausses alertes (FPR)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Modèle (AUC ≈ 0.94)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0.05</c:v>
                  </c:pt>
                  <c:pt idx="2">
                    <c:v>0.1</c:v>
                  </c:pt>
                  <c:pt idx="3">
                    <c:v>0.2</c:v>
                  </c:pt>
                  <c:pt idx="4">
                    <c:v>0.3</c:v>
                  </c:pt>
                  <c:pt idx="5">
                    <c:v>0.5</c:v>
                  </c:pt>
                  <c:pt idx="6">
                    <c:v>0.7</c:v>
                  </c:pt>
                  <c:pt idx="7">
                    <c:v>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0.62</c:v>
                </c:pt>
                <c:pt idx="2">
                  <c:v>0.74</c:v>
                </c:pt>
                <c:pt idx="3">
                  <c:v>0.85</c:v>
                </c:pt>
                <c:pt idx="4">
                  <c:v>0.91</c:v>
                </c:pt>
                <c:pt idx="5">
                  <c:v>0.96</c:v>
                </c:pt>
                <c:pt idx="6">
                  <c:v>0.99</c:v>
                </c:pt>
                <c:pt idx="7">
                  <c:v>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Hasard (AUC = 0.5)</c:v>
                </c:pt>
              </c:strCache>
            </c:strRef>
          </c:tx>
          <c:spPr>
            <a:solidFill>
              <a:srgbClr val="5A6B8C"/>
            </a:solidFill>
            <a:ln w="31750" cap="flat">
              <a:solidFill>
                <a:srgbClr val="5A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6B8C"/>
              </a:solidFill>
              <a:ln w="9525" cap="flat">
                <a:solidFill>
                  <a:srgbClr val="5A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0.05</c:v>
                  </c:pt>
                  <c:pt idx="2">
                    <c:v>0.1</c:v>
                  </c:pt>
                  <c:pt idx="3">
                    <c:v>0.2</c:v>
                  </c:pt>
                  <c:pt idx="4">
                    <c:v>0.3</c:v>
                  </c:pt>
                  <c:pt idx="5">
                    <c:v>0.5</c:v>
                  </c:pt>
                  <c:pt idx="6">
                    <c:v>0.7</c:v>
                  </c:pt>
                  <c:pt idx="7">
                    <c:v>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7 · S7_P1 (RANDOM FOREST) &amp; S7_P2 (GRADIENT BOOSTING)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crédit : Boosting, ROC &amp; AUC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le défaut de paiement : forêt vs boosting, la probabilité derrière la décision,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courbe ROC pour choisir son seuil — et SHAP pour justifier chaque refus.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S7_P1, S7_P2 · LE RISQUE DE CRÉDIT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: Gradient Boosting, courbe ROC &amp; AUC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Gradient Boosting : les arbres qui se corrigent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à la forêt (parallèle), le boosting construit les arbres L'UN APRÈS L'AUTRE — chacun corrige les erreurs du précédent.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des arbres FAIBLES (max_depth 2-5) ! Un depth=30 en boosting = 27 minutes de calcul pour rien.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944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 : la probabilité derrière le 0/1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236976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calcule P(défaut) ; le seuil 0.5 tranche. Mais ce seuil peut BOUGER — c'est tout l'objet de la courbe ROC.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40416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SHAP waterfall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4334256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UN client : chaque variable pousse la décision vers « défaut » ou « rembourse ». Obligatoire en banque !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846320" y="118872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38404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Lire la ROC &amp; l'AUC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424281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 = un seuil différent. Grimper vite vers le coin haut-gauche = bon modèle. AUC = l'aire sous la courbe : 0.5 = hasard, 1 = parfait — LA métrique du déséquilibré.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7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arbres FAIBLES (depth 2-5) construits en séquence, chacun corrige le précédent · learning_rate = la prudence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 &amp; le seuil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sort P(défaut) ; 0.5 tranche par défaut — mais une banque prudente peut alerter dès 0.3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&amp; AUC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performance à TOUS les seuils · AUC : 0.5 = hasard, 1 = parfait · LA métrique du déséquilibré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contribution de chaque variable à la décision d'UN client — l'explicabilité individuelle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max_depth=30 en boosting = 27 minutes de calcul (18.7 s PAR arbre !) — corrigé en depth [2,3,4] + n_jobs=-1 → 30 secondes · la coquille ROC_AUX au lieu de ROC_AUC · y_pred_rf inexistant (copier-coller).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2026-07-16T15:40:44Z</dcterms:created>
  <dcterms:modified xsi:type="dcterms:W3CDTF">2026-07-16T15:40:44Z</dcterms:modified>
</cp:coreProperties>
</file>