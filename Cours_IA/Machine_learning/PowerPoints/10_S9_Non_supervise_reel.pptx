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9 · S9_P1_UNSUPERVISED_LEARNING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non supervisé face au monde réel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sur 28 638 vraies demandes de crédit : PCA, ICA, t-SNE —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la leçon qui change tout sur ce que le clustering peut (et ne peut pas) faire.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S9_P1 · LE CLUSTERING SUR LE RISQUE DE CRÉDIT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: le non supervisé face au monde réel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outillage… sur de VRAIES données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: Iris et « moons », jolis et bien séparés. S9 : 28 638 demandes de crédit, 22 colonnes.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: sans jamais lui donner la réponse, l'algo retrouve-t-il les mauvais payeurs 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898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projections pour voir 22 dimensions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19125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(linéaire) · ICA (indépendante) · t-SNE (voisinages) — et le clustering CHANGE selon la projection choisie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silhouette_score(..., sample_size=2000)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288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O(n²) : 11 s PAR k sur 28 638 lignes (≈3,5 min la boucle) → 4 s au total. Cherche l'option d'échantillonnage avant d'abandonner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LA leçon : DBSCAN renvoie [-1, 0]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159105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cluster + du bruit. En 22 dimensions, les vraies données forment une masse continue — pas de « vallée » de densité à couper.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clusters KMeans ne correspondent PAS aux défauts.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 échec : le non supervisé trouve des structures GÉOMÉTRIQUES, pas la réponse qui t'intéresse.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92624" y="34015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 vs non supervisé : quand 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92624" y="369417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connais la cible (défaut) → SUPERVISÉ (S7 : AUC 0.94 ✅)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explores, tu ne sais pas quoi chercher → NON SUPERVISÉ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clustering sert à DÉCOUVRIR, pas à prédire une cible connue.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9 (ML)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 d'abord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échelles vont de 0/1 à 6 000 000 — sans StandardScaler, le revenu écrase tout dans les distances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projections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(linéaire) · ICA (indépendante) · t-SNE (voisinages, O(n²) donc LENT sur 28k points)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sample_size=2000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silhouette_score en O(n²) : 11 s par k → 0,08 s. La boucle passe de 3,5 min à 4 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La vraie leçon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clusters ne correspondent PAS aux défauts · DBSCAN ne trouve qu'un bloc [-1, 0] · le non supervisé DÉCOUVRE, il ne prédit pas une cible connue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22 dimensions les vraies données forment une masse continue (fléau de la dimension) · l'outlier person_emp_length=123 déforme les distances · les numéros de cluster restent arbitraires.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2026-07-16T15:40:44Z</dcterms:created>
  <dcterms:modified xsi:type="dcterms:W3CDTF">2026-07-16T15:40:44Z</dcterms:modified>
</cp:coreProperties>
</file>