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 · NOTEBOOKS S3_P1 → S3_P4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Naive Bayes &amp; classes déséquilibrées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nouveaux algorithmes — et la leçon la plus importante du cours 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85 % des exemples sont d'une seule classe, l'accuracy MENT.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3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euclidienne + vote des k voisins · k petit = surapprentissage, k grand = baseline déguisée · STANDARDISER les échelles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indépendance supposée des features · rapide · battu quand elles sont corrélées (0.82 vs 0.92 pour la LR)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déséquilibre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85/15 : accuracy 84 % = PIRE que « toujours Deny » · rappel réel des admis : 3 %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balanced_accuracy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des rappels par classe · 0.5 = hasard pur · le détecteur de mensonge de l'accuracy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classification_report(y_pred, y_test) INVERSÉ → précision et rappel échangés, support faussé (23 au lieu de ~180 : la preuve !) · des imports vivant seulement dans le kernel → NameError après Restart.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2026-07-16T15:40:43Z</dcterms:created>
  <dcterms:modified xsi:type="dcterms:W3CDTF">2026-07-16T15:40:43Z</dcterms:modified>
</cp:coreProperties>
</file>