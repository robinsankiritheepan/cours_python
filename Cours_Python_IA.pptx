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4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7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05156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05856" y="117043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5833872" y="117043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Shape 3"/>
          <p:cNvSpPr/>
          <p:nvPr/>
        </p:nvSpPr>
        <p:spPr>
          <a:xfrm>
            <a:off x="5961888" y="117043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6" name="Text 4"/>
          <p:cNvSpPr/>
          <p:nvPr/>
        </p:nvSpPr>
        <p:spPr>
          <a:xfrm>
            <a:off x="5742432" y="1325880"/>
            <a:ext cx="27797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voyage complet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4, 5]: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apprendre(python)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["S1","S2","S3","S4"]: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modele.fit(X_train, y_train)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modele.predict(X_test)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 pour l'IA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&amp;  MACHINE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de cours qui accompagne tes notebooks 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bases Python (day1 → day5) jusqu'aux modèles 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(S1 → S6).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notebooks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parcours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objectif : comprendre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parcours, un seul voyage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types, opérateurs, math, erreurs, fichiers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conditions, match, f-strings (+ exos vierges)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strings, listes, boucles, fonctions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dictionnaires, *args/**kwargs, POO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enumerate/zip, décorateurs, matplotlib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pandas : la porte d'entrée de la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exploration (EDA) + régression linéaire simple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multiple + 1re classification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KNN, Naive Bayes, classes déséquilibrées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arbres de décision, importances, frontières de décision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multiclasse (FIFA), sélection de features, EEG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forêts aléatoires, GridSearch, élagage, SHAP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diapo renvoie au notebook où tu pratiques la notion — le duo cours + exercices.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: les fondations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faire parler les données, il faut parler Python. Types, structures, fonctions, POO,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pandas — tout ce que les notebooks day1 à day5 mettent en pratique.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maîtrisé, pandas en main : place aux modèles ! Régression, classification,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arbres de décision, forêts — les notebooks S1 à S6 du dossier Cours_IA.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LA HONTE (ON A TOUS FAIT CES ERREURS)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pièges célèbres du cours 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fit(X_test,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le test = l'élève avec les corrigés (S2_P3)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classification_report(y_pred,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inversé → précision et rappel ÉCHANGÉS (S3)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kernel qui « sauve 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supprimés mais encore en mémoire → Restart &amp; Run All ! (S3_P4)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1e6 exécuté 2 fois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non-idempotente → tous les résultats faussés (S1_P2)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sur une liste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copie ! .copy() sinon modifications partagées (day2)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hypot(a**2 + b**2)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hypoténuse de 767 km — vérifier la SIGNATURE (fonction?) (day1)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84 % sur du 85/15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que l'idiot « toujours Deny » — baseline d'abord ! (S3_P1)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idxmin() → indice, pas valeur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2 = k 3 : le meilleur k n'était pas 2 ! (S4_P1)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EST COMPLET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a = 3  à  model.predict(X_test)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listes · fonctions · POO · pandas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· MAE / RMSE · multiple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· confusion · précision / rappel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Naive Bayes · arbres · forêts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?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(StandardScaler) · valider (cross-validation systématique) · forêts aléatoires · et toujours : baseline d'abord, Restart &amp; Run All avant de rendre 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2026-07-14T14:27:15Z</dcterms:created>
  <dcterms:modified xsi:type="dcterms:W3CDTF">2026-07-14T14:27:15Z</dcterms:modified>
</cp:coreProperties>
</file>